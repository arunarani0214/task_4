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02CDD-8C9E-451F-BCE9-5A9F33734935}" v="2" dt="2026-10-07T06:08:54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a Rani N" userId="42a9ce787bf5b401" providerId="LiveId" clId="{EB07720F-7C37-440A-B734-8E88B5916A39}"/>
    <pc:docChg chg="undo custSel addSld delSld modSld">
      <pc:chgData name="Aruna Rani N" userId="42a9ce787bf5b401" providerId="LiveId" clId="{EB07720F-7C37-440A-B734-8E88B5916A39}" dt="2026-10-07T06:14:41.972" v="168" actId="20577"/>
      <pc:docMkLst>
        <pc:docMk/>
      </pc:docMkLst>
      <pc:sldChg chg="del">
        <pc:chgData name="Aruna Rani N" userId="42a9ce787bf5b401" providerId="LiveId" clId="{EB07720F-7C37-440A-B734-8E88B5916A39}" dt="2026-10-07T06:01:55.992" v="1" actId="47"/>
        <pc:sldMkLst>
          <pc:docMk/>
          <pc:sldMk cId="3210621873" sldId="256"/>
        </pc:sldMkLst>
      </pc:sldChg>
      <pc:sldChg chg="delSp modSp new mod">
        <pc:chgData name="Aruna Rani N" userId="42a9ce787bf5b401" providerId="LiveId" clId="{EB07720F-7C37-440A-B734-8E88B5916A39}" dt="2026-10-07T06:12:11.480" v="132" actId="2711"/>
        <pc:sldMkLst>
          <pc:docMk/>
          <pc:sldMk cId="3328766689" sldId="257"/>
        </pc:sldMkLst>
        <pc:spChg chg="mod">
          <ac:chgData name="Aruna Rani N" userId="42a9ce787bf5b401" providerId="LiveId" clId="{EB07720F-7C37-440A-B734-8E88B5916A39}" dt="2026-10-07T06:12:11.480" v="132" actId="2711"/>
          <ac:spMkLst>
            <pc:docMk/>
            <pc:sldMk cId="3328766689" sldId="257"/>
            <ac:spMk id="2" creationId="{6C0AD662-7E52-CD24-2305-7605B81A3461}"/>
          </ac:spMkLst>
        </pc:spChg>
        <pc:spChg chg="del mod">
          <ac:chgData name="Aruna Rani N" userId="42a9ce787bf5b401" providerId="LiveId" clId="{EB07720F-7C37-440A-B734-8E88B5916A39}" dt="2026-10-07T06:02:12.289" v="5" actId="478"/>
          <ac:spMkLst>
            <pc:docMk/>
            <pc:sldMk cId="3328766689" sldId="257"/>
            <ac:spMk id="3" creationId="{E499FA5D-725E-C152-33CD-3BC6970118E4}"/>
          </ac:spMkLst>
        </pc:spChg>
      </pc:sldChg>
      <pc:sldChg chg="addSp modSp new mod">
        <pc:chgData name="Aruna Rani N" userId="42a9ce787bf5b401" providerId="LiveId" clId="{EB07720F-7C37-440A-B734-8E88B5916A39}" dt="2026-10-07T06:04:09.961" v="30" actId="20577"/>
        <pc:sldMkLst>
          <pc:docMk/>
          <pc:sldMk cId="869948703" sldId="258"/>
        </pc:sldMkLst>
        <pc:spChg chg="add mod">
          <ac:chgData name="Aruna Rani N" userId="42a9ce787bf5b401" providerId="LiveId" clId="{EB07720F-7C37-440A-B734-8E88B5916A39}" dt="2026-10-07T06:04:09.961" v="30" actId="20577"/>
          <ac:spMkLst>
            <pc:docMk/>
            <pc:sldMk cId="869948703" sldId="258"/>
            <ac:spMk id="3" creationId="{E25CBB06-A862-50DD-9EC4-AF01D17EF2B9}"/>
          </ac:spMkLst>
        </pc:spChg>
      </pc:sldChg>
      <pc:sldChg chg="addSp modSp new mod">
        <pc:chgData name="Aruna Rani N" userId="42a9ce787bf5b401" providerId="LiveId" clId="{EB07720F-7C37-440A-B734-8E88B5916A39}" dt="2026-10-07T06:07:01.361" v="99" actId="6549"/>
        <pc:sldMkLst>
          <pc:docMk/>
          <pc:sldMk cId="239026948" sldId="259"/>
        </pc:sldMkLst>
        <pc:spChg chg="add mod">
          <ac:chgData name="Aruna Rani N" userId="42a9ce787bf5b401" providerId="LiveId" clId="{EB07720F-7C37-440A-B734-8E88B5916A39}" dt="2026-10-07T06:07:01.361" v="99" actId="6549"/>
          <ac:spMkLst>
            <pc:docMk/>
            <pc:sldMk cId="239026948" sldId="259"/>
            <ac:spMk id="3" creationId="{7275DFB2-AA19-BF08-79DE-229BE0674919}"/>
          </ac:spMkLst>
        </pc:spChg>
      </pc:sldChg>
      <pc:sldChg chg="addSp modSp new mod">
        <pc:chgData name="Aruna Rani N" userId="42a9ce787bf5b401" providerId="LiveId" clId="{EB07720F-7C37-440A-B734-8E88B5916A39}" dt="2026-10-07T06:14:23.581" v="166" actId="20577"/>
        <pc:sldMkLst>
          <pc:docMk/>
          <pc:sldMk cId="28682224" sldId="260"/>
        </pc:sldMkLst>
        <pc:spChg chg="add mod">
          <ac:chgData name="Aruna Rani N" userId="42a9ce787bf5b401" providerId="LiveId" clId="{EB07720F-7C37-440A-B734-8E88B5916A39}" dt="2026-10-07T06:14:23.581" v="166" actId="20577"/>
          <ac:spMkLst>
            <pc:docMk/>
            <pc:sldMk cId="28682224" sldId="260"/>
            <ac:spMk id="3" creationId="{86A5B666-44FE-EC10-D0CC-DD66B327C006}"/>
          </ac:spMkLst>
        </pc:spChg>
      </pc:sldChg>
      <pc:sldChg chg="addSp modSp new mod">
        <pc:chgData name="Aruna Rani N" userId="42a9ce787bf5b401" providerId="LiveId" clId="{EB07720F-7C37-440A-B734-8E88B5916A39}" dt="2026-10-07T06:11:54.697" v="131" actId="12"/>
        <pc:sldMkLst>
          <pc:docMk/>
          <pc:sldMk cId="1300287600" sldId="261"/>
        </pc:sldMkLst>
        <pc:spChg chg="add mod">
          <ac:chgData name="Aruna Rani N" userId="42a9ce787bf5b401" providerId="LiveId" clId="{EB07720F-7C37-440A-B734-8E88B5916A39}" dt="2026-10-07T06:11:54.697" v="131" actId="12"/>
          <ac:spMkLst>
            <pc:docMk/>
            <pc:sldMk cId="1300287600" sldId="261"/>
            <ac:spMk id="3" creationId="{5020DFAD-83E5-0372-0D8B-BB95C83C2B33}"/>
          </ac:spMkLst>
        </pc:spChg>
      </pc:sldChg>
      <pc:sldChg chg="addSp modSp new mod">
        <pc:chgData name="Aruna Rani N" userId="42a9ce787bf5b401" providerId="LiveId" clId="{EB07720F-7C37-440A-B734-8E88B5916A39}" dt="2026-10-07T06:14:30.746" v="167" actId="20577"/>
        <pc:sldMkLst>
          <pc:docMk/>
          <pc:sldMk cId="1093915070" sldId="262"/>
        </pc:sldMkLst>
        <pc:spChg chg="add mod">
          <ac:chgData name="Aruna Rani N" userId="42a9ce787bf5b401" providerId="LiveId" clId="{EB07720F-7C37-440A-B734-8E88B5916A39}" dt="2026-10-07T06:14:30.746" v="167" actId="20577"/>
          <ac:spMkLst>
            <pc:docMk/>
            <pc:sldMk cId="1093915070" sldId="262"/>
            <ac:spMk id="3" creationId="{556B5600-1652-D9B9-D4C9-9D12ADEA902B}"/>
          </ac:spMkLst>
        </pc:spChg>
      </pc:sldChg>
      <pc:sldChg chg="addSp modSp new mod">
        <pc:chgData name="Aruna Rani N" userId="42a9ce787bf5b401" providerId="LiveId" clId="{EB07720F-7C37-440A-B734-8E88B5916A39}" dt="2026-10-07T06:14:41.972" v="168" actId="20577"/>
        <pc:sldMkLst>
          <pc:docMk/>
          <pc:sldMk cId="3933149705" sldId="263"/>
        </pc:sldMkLst>
        <pc:spChg chg="add mod">
          <ac:chgData name="Aruna Rani N" userId="42a9ce787bf5b401" providerId="LiveId" clId="{EB07720F-7C37-440A-B734-8E88B5916A39}" dt="2026-10-07T06:14:41.972" v="168" actId="20577"/>
          <ac:spMkLst>
            <pc:docMk/>
            <pc:sldMk cId="3933149705" sldId="263"/>
            <ac:spMk id="3" creationId="{9652CC50-4AC1-E78B-DF91-227575229F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760A-C88A-8A98-D364-540C33A79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652B7-DED9-4562-FC15-B45B8E06D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5CD63-17D1-159E-F252-9F75EEF9C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3ECE-F87E-DB1B-CA65-316B09C5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AC916-683D-2FAC-B502-8D6D7499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12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28A5-8A43-EA61-5CBF-084F3B2C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441A9-20C0-FE8C-03AF-3E15A2B9B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9876B-FCF8-B739-DF71-780D3944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3DB85-02C3-C64E-E403-C8ABE577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6F1A-AB7A-85E3-25C0-D7C514D24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20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607B-053D-1224-CF25-ECE0D2268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2C695-24D2-94FD-A293-147FBA336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AA85-7D38-4A05-250E-B357B9BD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DF376-D9EB-B7EC-0420-C1E223A7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2D64F-A9B9-334D-394E-A56F59DF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08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68A7-C10D-572B-2D68-FA446F3E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4F9A4-64AD-7BCC-D74B-D13A08D92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F4283-5E13-A260-44DB-B8E190106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5FA56-2D16-5E1F-3F27-90C7CFCC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A8A7E-EFD5-4336-BD91-E61845C6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5018A-55EC-601F-0F0B-EB9CB587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76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014F-F86A-AF3F-4D04-256CB1E6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32ECE-C5E3-C145-F49A-9C3944D0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78628-0D65-F18F-C86C-6D43F51F1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11C29-1142-05B9-DD26-548BF5900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4439B-C8AD-6099-5DDA-024526073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03A6A-69DE-A03E-D83D-8A4BE907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8A5FF-6BB9-74C9-9580-F4145B40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5E1FA-B1EF-865B-0830-CD2CB034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6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A19F6-2799-5FD4-B5F6-C0B5BB56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CFF8F-F7DE-4144-56FF-435FBBE41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A7F1C-3E6B-0A8C-3260-B8D8E649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46D86-561B-6A0D-73BE-F34E6E8C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85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0A832-90A5-D7B0-8909-C2DEED59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0C5AB-58F5-6F55-D9BF-5D6958E8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25195-BF1A-F653-62DC-96E48E31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07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9830-D68D-9CE2-64A8-A316AD69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5E289-D1D4-2C37-DF44-69A93802A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D7CFC-B70C-3C9D-919B-5AE762A48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42925-2516-9A41-012E-E53A244B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E143B-8795-6293-6549-15112220C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F2C50-5A68-B5D9-A647-E2961EED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69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2AAB-A9C8-0AA4-44BE-44F200C5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EAD345-DD1A-54CF-A09C-5036A4A241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76711-E319-38A4-59E0-C23F9C7F8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209E6-D869-5E79-A2D7-E0EA15F2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2278B-437E-2538-B536-0FF7BA3C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AA1A9-23AE-BC31-474C-00D5AE7E3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27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E134-4B59-171B-94C4-76FDC996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63709-F7BC-504B-8F22-685D00147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4918C-BED8-B206-35C3-9304567D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8FB20-16DA-26D6-2A3E-96E43061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50CCC-29A6-8F7B-4B69-6DD1CC18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98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4CF8E-855E-B864-19FB-340F52713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42AD9-831E-5A29-FFE9-189A1D8B7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103CF-896B-81BB-463A-23EC4027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158D0-B0D0-0224-EE09-E49B66C1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3DFB8-6DC4-FC09-0BCA-BB49CEF5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04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59AA8-9D14-7007-7B0C-C46906A1D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65866-BCEE-CE0E-1B42-F438E28A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B62D6-D09C-5128-4B87-CABDCCA02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8C34E-B6FD-480B-9C34-7D6F2035737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F7EEB-4714-C8A1-D644-94095A434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99E82-C734-8A8C-4582-882B7B4F4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17AAC-8A6F-4228-A266-A011B32E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99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D662-7E52-CD24-2305-7605B81A3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584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Message Transmission using Image Steganography and WhatsApp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766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5CBB06-A862-50DD-9EC4-AF01D17EF2B9}"/>
              </a:ext>
            </a:extLst>
          </p:cNvPr>
          <p:cNvSpPr txBox="1"/>
          <p:nvPr/>
        </p:nvSpPr>
        <p:spPr>
          <a:xfrm>
            <a:off x="1014984" y="822960"/>
            <a:ext cx="9262872" cy="5131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ABSTRACT: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This project hides secret messages inside an image using Steganography (PIL + StePIC). The encoded image is sent via WhatsApp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PyWhatKit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receiver downloads the image and decodes it using a password. This provides double security — image looks normal, and password is required.</a:t>
            </a:r>
          </a:p>
        </p:txBody>
      </p:sp>
    </p:spTree>
    <p:extLst>
      <p:ext uri="{BB962C8B-B14F-4D97-AF65-F5344CB8AC3E}">
        <p14:creationId xmlns:p14="http://schemas.microsoft.com/office/powerpoint/2010/main" val="86994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5DFB2-AA19-BF08-79DE-229BE0674919}"/>
              </a:ext>
            </a:extLst>
          </p:cNvPr>
          <p:cNvSpPr txBox="1"/>
          <p:nvPr/>
        </p:nvSpPr>
        <p:spPr>
          <a:xfrm>
            <a:off x="1143000" y="749808"/>
            <a:ext cx="7998714" cy="340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 USED: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PIL (Pillow) - For opening and saving Images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Stepic - For hiding/revealing text inside image  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Pywhatkit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For automating WhatsApp message</a:t>
            </a:r>
          </a:p>
        </p:txBody>
      </p:sp>
    </p:spTree>
    <p:extLst>
      <p:ext uri="{BB962C8B-B14F-4D97-AF65-F5344CB8AC3E}">
        <p14:creationId xmlns:p14="http://schemas.microsoft.com/office/powerpoint/2010/main" val="23902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A5B666-44FE-EC10-D0CC-DD66B327C006}"/>
              </a:ext>
            </a:extLst>
          </p:cNvPr>
          <p:cNvSpPr txBox="1"/>
          <p:nvPr/>
        </p:nvSpPr>
        <p:spPr>
          <a:xfrm>
            <a:off x="1675638" y="2790"/>
            <a:ext cx="6094476" cy="685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Side (sender.py):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parrot.png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password|message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image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as ar.png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ar.png via WhatsApp as Document</a:t>
            </a:r>
          </a:p>
        </p:txBody>
      </p:sp>
    </p:spTree>
    <p:extLst>
      <p:ext uri="{BB962C8B-B14F-4D97-AF65-F5344CB8AC3E}">
        <p14:creationId xmlns:p14="http://schemas.microsoft.com/office/powerpoint/2010/main" val="2868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20DFAD-83E5-0372-0D8B-BB95C83C2B33}"/>
              </a:ext>
            </a:extLst>
          </p:cNvPr>
          <p:cNvSpPr txBox="1"/>
          <p:nvPr/>
        </p:nvSpPr>
        <p:spPr>
          <a:xfrm>
            <a:off x="1949958" y="699623"/>
            <a:ext cx="6094476" cy="5131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Side (receiver.py):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ar.png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 hidden text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user for password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password matches, show secret message</a:t>
            </a:r>
          </a:p>
        </p:txBody>
      </p:sp>
    </p:spTree>
    <p:extLst>
      <p:ext uri="{BB962C8B-B14F-4D97-AF65-F5344CB8AC3E}">
        <p14:creationId xmlns:p14="http://schemas.microsoft.com/office/powerpoint/2010/main" val="130028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B5600-1652-D9B9-D4C9-9D12ADEA902B}"/>
              </a:ext>
            </a:extLst>
          </p:cNvPr>
          <p:cNvSpPr txBox="1"/>
          <p:nvPr/>
        </p:nvSpPr>
        <p:spPr>
          <a:xfrm>
            <a:off x="2105406" y="737539"/>
            <a:ext cx="6094476" cy="426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looks normal, no one knows secret exists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sending via WhatsApp</a:t>
            </a:r>
          </a:p>
        </p:txBody>
      </p:sp>
    </p:spTree>
    <p:extLst>
      <p:ext uri="{BB962C8B-B14F-4D97-AF65-F5344CB8AC3E}">
        <p14:creationId xmlns:p14="http://schemas.microsoft.com/office/powerpoint/2010/main" val="1093915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52CC50-4AC1-E78B-DF91-227575229F22}"/>
              </a:ext>
            </a:extLst>
          </p:cNvPr>
          <p:cNvSpPr txBox="1"/>
          <p:nvPr/>
        </p:nvSpPr>
        <p:spPr>
          <a:xfrm>
            <a:off x="1593342" y="855071"/>
            <a:ext cx="6094476" cy="340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This project successfully combines Steganography and WhatsApp automation for secure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933149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184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Secure Message Transmission using Image Steganography and WhatsApp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Rani N</dc:creator>
  <cp:lastModifiedBy>Aruna Rani N</cp:lastModifiedBy>
  <cp:revision>1</cp:revision>
  <dcterms:created xsi:type="dcterms:W3CDTF">2026-10-07T05:04:59Z</dcterms:created>
  <dcterms:modified xsi:type="dcterms:W3CDTF">2026-10-07T06:14:46Z</dcterms:modified>
</cp:coreProperties>
</file>